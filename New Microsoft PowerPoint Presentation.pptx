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1E35-7B25-B79C-0926-A894D5B27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4D075-E82E-219F-9A21-EE9FB7AF5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4C060-05CA-3917-5630-929F2F9EC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82957-A204-F4C7-424C-D51E596E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D3E6-80D2-A87F-30AA-13B4FAEA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9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1B31-4663-AAC9-53E1-ADCE0473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7E371-203B-7396-0458-9496037C3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D65A0-C42B-6024-60FF-2D78C8F1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0F89A-0F7C-FF63-CD13-154C7E3E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3028E-88CB-0E30-12EA-109C0C92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5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0093-F5F5-42D9-36B9-D05D12F9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F9A58-6CB8-BF1E-1A8D-48A496D68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81AAB-1A9E-F3FC-32DA-53CC4A45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D3EF9-D3AC-66D0-2289-37AF17A3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6415B-0D4C-7273-7CF4-F8027D38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2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59D4B-C0A1-2D85-23BE-1E9AE609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B39DE-6041-A2FD-3507-7A51DF740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1446B-6DB0-0FF0-640C-2BCBBB74B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E8F8A-F170-FEAD-BC5F-F5830BA8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DEE67-C77F-337E-FAD4-D7C37D79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92B18-8641-E9A1-9906-AA3BADB8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11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A248-DF1A-A22B-93A8-C4AFB6FB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0A52A-3D9A-E9D5-9AFF-F44AE7E6A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F3992-1538-3622-55A0-9D07D46AC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B4B83-39DF-A393-85BF-775863D2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3D66F2-DBAB-5428-78B4-A19D5E212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DFE4A-EED5-6233-C8C6-A83D0C9F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EC48D-6744-8C26-A263-A2E5616F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40FBD-F423-8FA7-9209-205A3C7C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4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ED7E-A446-40B3-FE5C-BCC0E968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4E67F2-D08F-91BE-C499-DF96A69F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80FD2-8779-E20D-6657-33AC2964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353B8-37C5-B55B-49FF-2419362B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3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008E49-8E43-3720-F0B3-4EF0839F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27174-10C0-F46D-1F22-DAADD36B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133B1-D000-5AB3-A12D-3428D387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2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E6E8-CB9D-C849-D638-BDFF1663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D53A-F9F8-91E7-A4CE-22A5ACAF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8938B-BC9A-0769-150C-14EF6A210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DD289-55F5-7E64-E2EC-FD28F487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CFD67-17B6-A8C3-C82F-61ACF437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FFC17-FE8C-0C30-C202-2ABB22243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3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1B42-52C4-700B-0A45-72C8F25E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5BFE9-A61F-6AC5-C057-1916CF729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EC4D0-3ED6-97D2-43FD-F786DBF63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2F72B-53E1-15F8-EAE2-E1913E33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267B5-B418-587C-1098-C2C94DD9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8F0FD-ECCE-D4BE-A6A8-74046638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6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5C4E-C76F-1CB6-85F7-695F29A9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64359-E77F-59DE-4197-E7BA92C1E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069C5-C4B7-10CE-6A0A-5D90240E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0DB3C-9D14-738A-F77F-8E81B9587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720F5-F7DE-8E49-709D-9744C71C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23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D5276-EC74-5571-FED8-BF22D5AF6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4E5FB-8264-75F3-CF90-BFDB0B8E9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A1D27-68A7-F568-32CE-0F508578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1907A-4367-6A02-2CF4-13EC1000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DC749-00C0-2139-3C44-92CEC720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2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8E35F-827C-7D13-88F9-1739F706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8FE27-1C51-7DB8-E918-3114425C3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E53B4-95CA-CF8C-245F-C2861ADE78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EF901-9ABA-4415-AA90-89F9D987B44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03C6F-58E7-B3F3-FA5D-FD3623F8A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27F94-13B6-EA80-F3E3-49F0B42F6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7F249-CFE5-4D08-AC31-AD8BA2A15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7103/window_frame_templat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ublicdomainpictures.net/en/view-image.php?image=284619&amp;picture=red-button" TargetMode="Externa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EF24-4747-2425-3FC4-0F96A169A7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9CE20-C5FF-7E00-680F-F8DB351C68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B8D0A6-8336-172A-511B-055F0931C61C}"/>
              </a:ext>
            </a:extLst>
          </p:cNvPr>
          <p:cNvSpPr/>
          <p:nvPr/>
        </p:nvSpPr>
        <p:spPr>
          <a:xfrm>
            <a:off x="192301" y="46418"/>
            <a:ext cx="11851917" cy="641908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F2F0E-8E25-138C-13BF-F4B75C447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330951" y="4590923"/>
            <a:ext cx="1739265" cy="75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7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B217 Student</dc:creator>
  <cp:lastModifiedBy>B217 Student</cp:lastModifiedBy>
  <cp:revision>1</cp:revision>
  <dcterms:created xsi:type="dcterms:W3CDTF">2026-10-01T21:00:00Z</dcterms:created>
  <dcterms:modified xsi:type="dcterms:W3CDTF">2026-10-01T21:04:30Z</dcterms:modified>
</cp:coreProperties>
</file>